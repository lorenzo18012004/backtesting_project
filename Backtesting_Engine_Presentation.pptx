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</a:defRPr>
            </a:pPr>
            <a:r>
              <a:t>Backtesting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Moteur de backtesting pour stratégies de trading — Lorenzo PHILIPPE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Le piège du backtesting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Une stratégie qui « marche » en backtest peut échouer en réel.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Pourquoi ?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Look-ahead : utilisation d’informations futures sans le savoir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Ce que j’ai mis en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Un moteur qui intègre les garde-fous pour limiter ces biais.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Pipeline en 7 étapes : Data → Nettoyage → Signaux → PnL → Frais → Risque → Viz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Shift anti look-ahead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Frais + slippage par trade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Walk-forward (in/out-of-sample)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Monte Carlo &amp; Bootstrap pour la robustesse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Les 3 stratégies +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Buy &amp; Hold — Référence, toujours long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SMA Crossover + RSI — Croisement de moyennes mobiles avec filtre RSI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Portefeuille multi-actifs — Style hedge fund : Markowitz, facteurs (momentum, trend, low vol), VaR, circuit breaker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Live — Suivi en temps réel de la stratégie portefeuille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Métriques de risque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Sharpe, Sortino, Calmar — Rendement ajusté au risque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VaR, Expected Shortfall — Risque de queue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Max Drawdown, Win Rate, Profit Factor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Monte Carlo, Bootstrap — Robustesse des résultats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Walk-forward — Validation out-of-sample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Architecture du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backtest/ — Package modulaire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config.py — Constantes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data.py — Fetch Yahoo Finance, nettoyage, log-returns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signals.py — Génération de signaux (SMA, RSI, etc.)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pnl.py — Rendements, frais, slippage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risk.py — Sharpe, VaR, Monte Carlo…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portfolio.py — Stratégie multi-actifs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viz.py — Graphiques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  → core.py —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Comment lancer l’app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Consolas"/>
              </a:defRPr>
            </a:pPr>
            <a:r>
              <a:t>git clone https://github.com/lorenzo18012004/Backtesting_project.git</a:t>
            </a:r>
            <a:br/>
            <a:r>
              <a:t>cd Backtesting_project</a:t>
            </a:r>
            <a:br/>
            <a:r>
              <a:t>pip install -r requirements.txt</a:t>
            </a:r>
            <a:br/>
            <a:r>
              <a:t>streamlit run app.py</a:t>
            </a:r>
            <a:br/>
            <a:br/>
            <a:r>
              <a:t>→ L'app s'ouvre sur http://localhost:8501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Objectif : comprendre pourquoi une stratégie peut sembler gagnante en backtest mais échouer en réel.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Ce projet intègre les garde-fous pour limiter ces biais.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Code open source — Retours et suggestions bienvenus.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Liens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GitHub : https://github.com/lorenzo18012004/Backtesting_project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Stack : Python, Pandas, NumPy, SciPy, Streamlit, yfinance</a:t>
            </a:r>
          </a:p>
          <a:p>
            <a:pPr>
              <a:spcBef>
                <a:spcPts val="1200"/>
              </a:spcBef>
              <a:defRPr sz="1800">
                <a:solidFill>
                  <a:srgbClr val="0F172A"/>
                </a:solidFill>
              </a:defRPr>
            </a:pPr>
            <a:r>
              <a:t>• 29 tests unitaires et d’intégration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